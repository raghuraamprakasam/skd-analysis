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SKD PRODUCTION - EMISSION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Passenger: 9,809 | Truck: 1,832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PASSENGER SKD - By Emission Norm (DOUGHNUT CHART)</a:t>
            </a:r>
          </a:p>
        </p:txBody>
      </p:sp>
      <p:pic>
        <p:nvPicPr>
          <p:cNvPr id="4" name="Picture 3" descr="pass_emission_dough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5486400" cy="59709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98DB"/>
                </a:solidFill>
              </a:defRPr>
            </a:pPr>
            <a:r>
              <a:t>KEY INSIGHTS</a:t>
            </a:r>
          </a:p>
          <a:p>
            <a:pPr>
              <a:spcBef>
                <a:spcPts val="800"/>
              </a:spcBef>
              <a:defRPr sz="1400"/>
            </a:pPr>
            <a:r>
              <a:t>• Total: 9,809 units</a:t>
            </a:r>
          </a:p>
          <a:p>
            <a:pPr>
              <a:spcBef>
                <a:spcPts val="800"/>
              </a:spcBef>
              <a:defRPr sz="1400"/>
            </a:pPr>
            <a:r>
              <a:t>• BS3: 3,294 (33.6%)</a:t>
            </a:r>
          </a:p>
          <a:p>
            <a:pPr>
              <a:spcBef>
                <a:spcPts val="800"/>
              </a:spcBef>
              <a:defRPr sz="1400"/>
            </a:pPr>
            <a:r>
              <a:t>• BS4: 4,814 (49.1%)</a:t>
            </a:r>
          </a:p>
          <a:p>
            <a:pPr>
              <a:spcBef>
                <a:spcPts val="800"/>
              </a:spcBef>
              <a:defRPr sz="1400"/>
            </a:pPr>
            <a:r>
              <a:t>• BS5: 1,700 (17.3%)</a:t>
            </a:r>
          </a:p>
          <a:p>
            <a:pPr>
              <a:spcBef>
                <a:spcPts val="800"/>
              </a:spcBef>
              <a:defRPr sz="1400"/>
            </a:pPr>
            <a:r>
              <a:t>• BS6: 1 (0.0%)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TRUCK SKD - By Emission Norm (DOUGHNUT CHART)</a:t>
            </a:r>
          </a:p>
        </p:txBody>
      </p:sp>
      <p:pic>
        <p:nvPicPr>
          <p:cNvPr id="4" name="Picture 3" descr="truck_emission_dough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5486400" cy="59709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74C3C"/>
                </a:solidFill>
              </a:defRPr>
            </a:pPr>
            <a:r>
              <a:t>KEY INSIGHTS</a:t>
            </a:r>
          </a:p>
          <a:p>
            <a:pPr>
              <a:spcBef>
                <a:spcPts val="800"/>
              </a:spcBef>
              <a:defRPr sz="1400"/>
            </a:pPr>
            <a:r>
              <a:t>• Total: 1,832 units</a:t>
            </a:r>
          </a:p>
          <a:p>
            <a:pPr>
              <a:spcBef>
                <a:spcPts val="800"/>
              </a:spcBef>
              <a:defRPr sz="1400"/>
            </a:pPr>
            <a:r>
              <a:t>• BS3: 1,436 (78.4%)</a:t>
            </a:r>
          </a:p>
          <a:p>
            <a:pPr>
              <a:spcBef>
                <a:spcPts val="800"/>
              </a:spcBef>
              <a:defRPr sz="1400"/>
            </a:pPr>
            <a:r>
              <a:t>• BS4: 396 (21.6%)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HIERARCHICAL VIEW - SKD Type &amp; Emission Norm</a:t>
            </a:r>
          </a:p>
        </p:txBody>
      </p:sp>
      <p:pic>
        <p:nvPicPr>
          <p:cNvPr id="4" name="Picture 3" descr="hierarchica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107624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Outer Ring: SKD Type (Blue=Passenger, Red=Truck) | Inner Ring: Emission Standards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